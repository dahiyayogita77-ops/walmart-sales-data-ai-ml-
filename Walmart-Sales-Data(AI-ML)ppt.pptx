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1" d="100"/>
          <a:sy n="71" d="100"/>
        </p:scale>
        <p:origin x="-468" y="-1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5447" y="2450354"/>
            <a:ext cx="7772400" cy="1780108"/>
          </a:xfrm>
        </p:spPr>
        <p:txBody>
          <a:bodyPr/>
          <a:lstStyle/>
          <a:p>
            <a:r>
              <a:rPr dirty="0" err="1"/>
              <a:t>Walmart</a:t>
            </a:r>
            <a:r>
              <a:rPr dirty="0"/>
              <a:t> Sales Analysis &amp;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4483" y="4292601"/>
            <a:ext cx="6400800" cy="1473200"/>
          </a:xfrm>
        </p:spPr>
        <p:txBody>
          <a:bodyPr/>
          <a:lstStyle/>
          <a:p>
            <a:r>
              <a:rPr dirty="0" err="1"/>
              <a:t>Yogita</a:t>
            </a:r>
            <a:r>
              <a:rPr dirty="0"/>
              <a:t> </a:t>
            </a:r>
            <a:r>
              <a:rPr dirty="0" err="1"/>
              <a:t>Dahiya</a:t>
            </a:r>
            <a:endParaRPr dirty="0"/>
          </a:p>
          <a:p>
            <a:r>
              <a:rPr dirty="0"/>
              <a:t>Hindu Girls College, </a:t>
            </a:r>
            <a:r>
              <a:rPr dirty="0" err="1"/>
              <a:t>Sonipat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84095"/>
            <a:ext cx="8175812" cy="222324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</a:t>
            </a:r>
            <a:r>
              <a:rPr dirty="0" err="1"/>
              <a:t>Walmart</a:t>
            </a:r>
            <a:r>
              <a:rPr dirty="0"/>
              <a:t> sales data and predict future sales using machine learning.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175" y="3612777"/>
            <a:ext cx="4141695" cy="2949388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includes weekly sales of 45 stores with features like fuel price, CPI, unemployment, and holidays.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4132730"/>
            <a:ext cx="8346141" cy="23340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Handled missing values, removed duplicates, corrected date format, and ensured data consistency.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41" y="3602598"/>
            <a:ext cx="5065059" cy="298646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070" y="2514102"/>
            <a:ext cx="7408333" cy="3450696"/>
          </a:xfrm>
        </p:spPr>
        <p:txBody>
          <a:bodyPr/>
          <a:lstStyle/>
          <a:p>
            <a:r>
              <a:rPr dirty="0"/>
              <a:t>Extracted Month and Year from Date and created meaningful features for analysis.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7808"/>
            <a:ext cx="8229600" cy="1252728"/>
          </a:xfrm>
        </p:spPr>
        <p:txBody>
          <a:bodyPr/>
          <a:lstStyle/>
          <a:p>
            <a:r>
              <a:t>Feature Engineering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0" y="3505201"/>
            <a:ext cx="7844117" cy="303903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Analyzed trends by store, month, and holidays to understand sales behavior.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EDA (Exploratory Data Analysis)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406587"/>
            <a:ext cx="8453718" cy="345141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pic>
        <p:nvPicPr>
          <p:cNvPr id="3" name="Picture 2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7341"/>
            <a:ext cx="8193741" cy="3630706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Applied Linear Regression and Random Forest for sales prediction.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Models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29" y="3496235"/>
            <a:ext cx="6902823" cy="321833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384" y="2558925"/>
            <a:ext cx="7408333" cy="3450696"/>
          </a:xfrm>
        </p:spPr>
        <p:txBody>
          <a:bodyPr/>
          <a:lstStyle/>
          <a:p>
            <a:r>
              <a:rPr dirty="0"/>
              <a:t>Random Forest provided better accuracy compared to Linear Regression.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4" y="3415553"/>
            <a:ext cx="7395882" cy="313764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138" y="2505137"/>
            <a:ext cx="7408333" cy="3450696"/>
          </a:xfrm>
        </p:spPr>
        <p:txBody>
          <a:bodyPr/>
          <a:lstStyle/>
          <a:p>
            <a:r>
              <a:rPr dirty="0"/>
              <a:t>Sales vary by season and store. Economic factors like CPI and unemployment influence sales.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12" y="3388659"/>
            <a:ext cx="7572187" cy="3189007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analysis and ML help businesses make better decisions and predict future sales.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447" y="3469341"/>
            <a:ext cx="6373906" cy="290605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Thank you!</a:t>
            </a:r>
          </a:p>
          <a:p>
            <a:r>
              <a:rPr dirty="0" smtClean="0"/>
              <a:t>Questions?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43</TotalTime>
  <Words>169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Waveform</vt:lpstr>
      <vt:lpstr>Walmart Sales Analysis &amp; Prediction</vt:lpstr>
      <vt:lpstr>Project Objective</vt:lpstr>
      <vt:lpstr>Dataset Overview</vt:lpstr>
      <vt:lpstr>Data Cleaning</vt:lpstr>
      <vt:lpstr>Feature Engineering</vt:lpstr>
      <vt:lpstr>EDA (Exploratory Data Analysis)</vt:lpstr>
      <vt:lpstr>Sales Trend Analysis</vt:lpstr>
      <vt:lpstr>Machine Learning Models</vt:lpstr>
      <vt:lpstr>Model Performance</vt:lpstr>
      <vt:lpstr>Key Insights</vt:lpstr>
      <vt:lpstr>Conclusion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Sales Analysis &amp; Prediction</dc:title>
  <dc:creator>dell</dc:creator>
  <dc:description>generated using python-pptx</dc:description>
  <cp:lastModifiedBy>dell</cp:lastModifiedBy>
  <cp:revision>6</cp:revision>
  <dcterms:created xsi:type="dcterms:W3CDTF">2013-01-27T09:14:16Z</dcterms:created>
  <dcterms:modified xsi:type="dcterms:W3CDTF">2026-04-01T13:32:20Z</dcterms:modified>
</cp:coreProperties>
</file>